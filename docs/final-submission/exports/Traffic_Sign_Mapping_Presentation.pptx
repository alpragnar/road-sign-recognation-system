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[morning/afternoon]. I built a web platform that turns noisy AI traffic-sign detections into a clean, mapped, verified sign inventory. The detection model is an external service — my contribution is everything around it: capturing frames with GPS, integrating the model safely, removing duplicates, mapping the result, and giving administrators tools to review and operate the system. Let me walk you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Detection ≠ inventory; the same physical sign is seen many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detector is external; the platform is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server trust tiers — RLS client for user reads, service-role for trusted writes/RPCs.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seven steps of the frame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Camera + geolocation in the browser; a device must be selected before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Mock mode runs the whole pipeline with no external server — used for this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algorithmic contribution; cite Haversine and density-based clustering as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Maintenance/analytics tables are service-role-only; raw + optimized data both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inventory map shows optimized signs, not raw detections.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Human-in-the-loop review improves operational data quality (doesn't guarantee correctness).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Images are never public; nothing is auto-deleted; secrets never reach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Verified end-to-end, not just locally mocked. Demo counts are seeded data, not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scope; transition into the live demo.</a:t>
            </a:r>
          </a:p>
          <a:p/>
          <a:p>
            <a:r>
              <a:t>Closing: To summarise: the system turns raw, duplicated detections into a deduplicated, location-refined, reviewable, and securely served sign inventory, with administrative observability and a reproducible demo. It was validated against a real Supabase backend with the full end-to-end test suite passing. Thank you —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AI-Based Traffic Sign Detection, Localization and Map Dashboard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D4ED8"/>
                </a:solidFill>
              </a:rP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Manual sign surveying is slow and error-prone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raw per-frame detections are duplicated and noisy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GPS and confidence vary.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Deduplicated, location-refined, reviewable inventory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secure media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observability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reproducible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Next.js 14 + TypeScript + Tailwind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Supabase (Auth, Postgres, Storage, RLS)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Leaflet/OpenStreetMap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Playwright tests.</a:t>
            </a:r>
          </a:p>
        </p:txBody>
      </p:sp>
      <p:pic>
        <p:nvPicPr>
          <p:cNvPr id="5" name="Picture 4" descr="02-dashboard-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554480"/>
            <a:ext cx="4937760" cy="39639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Frame + GPS → upload → sign URL → AI → validate → save events → group signs → logs → dashboards.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Detection Session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Select device → start session → periodic capture → results stream → counters update.</a:t>
            </a:r>
          </a:p>
        </p:txBody>
      </p:sp>
      <p:pic>
        <p:nvPicPr>
          <p:cNvPr id="5" name="Picture 4" descr="13-detection-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554480"/>
            <a:ext cx="49377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AI Model API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Modes mock/external/auto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signed image URL in request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validated/normalised response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timeout + retry.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Location Fusion &amp; Duplicate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Same type + Haversine within 25 m → observation; else new sign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weighted average confidence / max(gps_accuracy, 1)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auto-verify ≥3 obs &amp; avg conf &gt; 0.75.</a:t>
            </a:r>
          </a:p>
        </p:txBody>
      </p:sp>
      <p:pic>
        <p:nvPicPr>
          <p:cNvPr id="5" name="Picture 4" descr="05-sign-detail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554480"/>
            <a:ext cx="49377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11 tables; UUID PKs, timestamptz, jsonb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RLS on all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migrations 0001–0006.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Map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Markers / clustering / density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filters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sign detail panel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live device map.</a:t>
            </a:r>
          </a:p>
        </p:txBody>
      </p:sp>
      <p:pic>
        <p:nvPicPr>
          <p:cNvPr id="5" name="Picture 4" descr="04-sign-map-cluster-or-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554480"/>
            <a:ext cx="49377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Admin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Users/devices/review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AI health + self-test + failure analytics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daily snapshots + gap detection.</a:t>
            </a:r>
          </a:p>
        </p:txBody>
      </p:sp>
      <p:pic>
        <p:nvPicPr>
          <p:cNvPr id="5" name="Picture 4" descr="08-ai-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541" y="1554480"/>
            <a:ext cx="311795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Security &amp; Storage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Private bucket + signed URLs (server-only, after auth)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RLS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secrets server-only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cron bearer secret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quarantine-first cleanup.</a:t>
            </a:r>
          </a:p>
        </p:txBody>
      </p:sp>
      <p:pic>
        <p:nvPicPr>
          <p:cNvPr id="5" name="Picture 4" descr="10-storage-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554480"/>
            <a:ext cx="4937760" cy="45605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Real Supabase backend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migrations applied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private bucket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demo seeded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Playwright 24/24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lint/typecheck/build clean (54 routes).</a:t>
            </a:r>
          </a:p>
        </p:txBody>
      </p:sp>
      <p:pic>
        <p:nvPicPr>
          <p:cNvPr id="5" name="Picture 4" descr="09-admin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554480"/>
            <a:ext cx="49377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Limitations, Future Work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Limitations (no spatial index, no model-accuracy benchmark, capped scans)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future work (PostGIS, labelled evaluation, alerting)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75569"/>
                </a:solidFill>
              </a:rPr>
              <a:t>•  conclusion: the platform is the contribution.</a:t>
            </a:r>
          </a:p>
        </p:txBody>
      </p:sp>
      <p:pic>
        <p:nvPicPr>
          <p:cNvPr id="5" name="Picture 4" descr="11-presentation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554480"/>
            <a:ext cx="493776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